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Quattrocento Sans" panose="020B0502050000020003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5E3B3-B6B2-4704-B12D-D6A5A9A714E7}" v="71" dt="2026-02-12T23:32:26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4267" y="4250828"/>
            <a:ext cx="109656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61333" y="4250828"/>
            <a:ext cx="1255514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7347" y="4250828"/>
            <a:ext cx="141431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2160" y="4250828"/>
            <a:ext cx="1117848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0508" y="4250828"/>
            <a:ext cx="1597223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375319" y="1332607"/>
            <a:ext cx="3441211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Pixel&amp;Luz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72991" y="2582167"/>
            <a:ext cx="384586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DC3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arte de capturar o invisível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683990" y="3850778"/>
            <a:ext cx="8823870" cy="190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587031" y="5079503"/>
            <a:ext cx="30177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Prático SENAI | Front-End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6920" y="379051"/>
            <a:ext cx="4882079" cy="613662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00" y="475654"/>
            <a:ext cx="5340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O Tema: </a:t>
            </a:r>
            <a:r>
              <a:rPr lang="en-US" sz="36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Artistas e Fotografia 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0988" y="1703108"/>
            <a:ext cx="534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Conceito &amp; Objetivo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2280154"/>
            <a:ext cx="50865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A </a:t>
            </a:r>
            <a:r>
              <a:rPr lang="en-US" sz="1600" b="1" err="1">
                <a:solidFill>
                  <a:srgbClr val="F0F8FF"/>
                </a:solidFill>
                <a:highlight>
                  <a:srgbClr val="3F1669"/>
                </a:highlight>
              </a:rPr>
              <a:t>Ideia</a:t>
            </a: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: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Um blog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colaborativo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que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reúne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portfólios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de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fotógrafos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e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artistas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visuais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com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estilos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err="1">
                <a:solidFill>
                  <a:srgbClr val="F0F8FF"/>
                </a:solidFill>
                <a:highlight>
                  <a:srgbClr val="3F1669"/>
                </a:highlight>
              </a:rPr>
              <a:t>distintos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(Luz vs. Sombra).</a:t>
            </a:r>
            <a:endParaRPr sz="16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581000" y="3518775"/>
            <a:ext cx="5086500" cy="349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O </a:t>
            </a:r>
            <a:r>
              <a:rPr lang="en-US" sz="1600" b="1" dirty="0" err="1">
                <a:solidFill>
                  <a:srgbClr val="F0F8FF"/>
                </a:solidFill>
                <a:highlight>
                  <a:srgbClr val="3F1669"/>
                </a:highlight>
              </a:rPr>
              <a:t>Problema</a:t>
            </a: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: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Redes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sociais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padronizadas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limitam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a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expressão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artística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e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dispersam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a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atenção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do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público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.</a:t>
            </a:r>
            <a:endParaRPr lang="pt-BR" sz="1600" dirty="0">
              <a:solidFill>
                <a:srgbClr val="F0F8FF"/>
              </a:solidFill>
              <a:highlight>
                <a:srgbClr val="3F1669"/>
              </a:highlight>
            </a:endParaRPr>
          </a:p>
          <a:p>
            <a:pPr marL="0" lvl="0" indent="0" algn="l" rtl="0">
              <a:lnSpc>
                <a:spcPct val="16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A </a:t>
            </a:r>
            <a:r>
              <a:rPr lang="en-US" sz="1600" b="1" dirty="0" err="1">
                <a:solidFill>
                  <a:srgbClr val="F0F8FF"/>
                </a:solidFill>
                <a:highlight>
                  <a:srgbClr val="3F1669"/>
                </a:highlight>
              </a:rPr>
              <a:t>Solução</a:t>
            </a:r>
            <a:r>
              <a:rPr lang="en-US" sz="1600" b="1" dirty="0">
                <a:solidFill>
                  <a:srgbClr val="F0F8FF"/>
                </a:solidFill>
                <a:highlight>
                  <a:srgbClr val="3F1669"/>
                </a:highlight>
              </a:rPr>
              <a:t>: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O </a:t>
            </a:r>
            <a:r>
              <a:rPr lang="en-US" sz="1600" i="1" dirty="0" err="1">
                <a:solidFill>
                  <a:srgbClr val="F0F8FF"/>
                </a:solidFill>
                <a:highlight>
                  <a:srgbClr val="3F1669"/>
                </a:highlight>
              </a:rPr>
              <a:t>Pixel&amp;Luz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oferece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um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ambiente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imersivo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e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sem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distrações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,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focado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puramente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na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estética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do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artista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,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valorizando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seu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trabalho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através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de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galerias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 </a:t>
            </a:r>
            <a:r>
              <a:rPr lang="en-US" sz="1600" dirty="0" err="1">
                <a:solidFill>
                  <a:srgbClr val="F0F8FF"/>
                </a:solidFill>
                <a:highlight>
                  <a:srgbClr val="3F1669"/>
                </a:highlight>
              </a:rPr>
              <a:t>personalizadas</a:t>
            </a:r>
            <a:r>
              <a:rPr lang="en-US" sz="1600" dirty="0">
                <a:solidFill>
                  <a:srgbClr val="F0F8FF"/>
                </a:solidFill>
                <a:highlight>
                  <a:srgbClr val="3F1669"/>
                </a:highlight>
              </a:rPr>
              <a:t>.</a:t>
            </a:r>
            <a:endParaRPr sz="1600" dirty="0">
              <a:solidFill>
                <a:srgbClr val="F0F8FF"/>
              </a:solidFill>
              <a:highlight>
                <a:srgbClr val="3F1669"/>
              </a:highlight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800" b="1">
              <a:solidFill>
                <a:srgbClr val="F0F8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3" name="Google Shape;103;p14" title="0918c7596598370928b47b1af12d5fb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6222" y="477490"/>
            <a:ext cx="4585894" cy="5903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48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3068434" y="493662"/>
            <a:ext cx="6055131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Funcionalidades do Site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973562" y="1531887"/>
            <a:ext cx="4244726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o usuário pode fazer na aplicação?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66925" y="2754808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939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Navegação Visual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983533"/>
            <a:ext cx="2914650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Exploração de galerias dedicadas a personagens específicos (Jacob, Bella, Edward) com cards interativos.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550" y="2754808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5658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Modo Claro/Escuro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38675" y="3983533"/>
            <a:ext cx="2914650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Funcionalidade em JavaScript que permite ao usuário alternar o tema, garantindo acessibilidade e conforto visual.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39300" y="2754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3377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Interação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10575" y="3983533"/>
            <a:ext cx="29146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Formulário de contato validado e Modal de zoom nas imagens para visualização detalhada.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675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3565214" y="923032"/>
            <a:ext cx="506157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Referências Visuais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286000" y="1566486"/>
            <a:ext cx="76200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44"/>
              </a:lnSpc>
            </a:pPr>
            <a:r>
              <a:rPr lang="en-US" b="0" i="0" u="none" strike="noStrike" cap="none" dirty="0">
                <a:solidFill>
                  <a:srgbClr val="F0F8FF"/>
                </a:solidFill>
                <a:ea typeface="Quattrocento Sans"/>
                <a:sym typeface="Quattrocento Sans"/>
              </a:rPr>
              <a:t>A paleta de cores </a:t>
            </a:r>
            <a:r>
              <a:rPr lang="en-US" b="0" i="0" u="none" strike="noStrike" cap="none" err="1">
                <a:solidFill>
                  <a:srgbClr val="F0F8FF"/>
                </a:solidFill>
                <a:ea typeface="Quattrocento Sans"/>
                <a:sym typeface="Quattrocento Sans"/>
              </a:rPr>
              <a:t>foi</a:t>
            </a:r>
            <a:r>
              <a:rPr lang="en-US" b="0" i="0" u="none" strike="noStrike" cap="none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cuidadosamente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escolhida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b="0" i="0" u="none" strike="noStrike" cap="none" dirty="0">
                <a:solidFill>
                  <a:srgbClr val="F0F8FF"/>
                </a:solidFill>
                <a:ea typeface="Quattrocento Sans"/>
                <a:sym typeface="Quattrocento Sans"/>
              </a:rPr>
              <a:t>para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traduzir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b="0" i="0" u="none" strike="noStrike" cap="none" dirty="0">
                <a:solidFill>
                  <a:srgbClr val="F0F8FF"/>
                </a:solidFill>
                <a:ea typeface="Quattrocento Sans"/>
                <a:sym typeface="Quattrocento Sans"/>
              </a:rPr>
              <a:t>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essência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que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desejo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refletir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: </a:t>
            </a:r>
            <a:r>
              <a:rPr lang="en-US" b="1" err="1">
                <a:solidFill>
                  <a:srgbClr val="F0F8FF"/>
                </a:solidFill>
                <a:ea typeface="Quattrocento Sans"/>
                <a:sym typeface="Quattrocento Sans"/>
              </a:rPr>
              <a:t>profundidade</a:t>
            </a:r>
            <a:r>
              <a:rPr lang="en-US" b="1" dirty="0">
                <a:solidFill>
                  <a:srgbClr val="F0F8FF"/>
                </a:solidFill>
                <a:ea typeface="Quattrocento Sans"/>
                <a:sym typeface="Quattrocento Sans"/>
              </a:rPr>
              <a:t>, </a:t>
            </a:r>
            <a:r>
              <a:rPr lang="en-US" b="1" err="1">
                <a:solidFill>
                  <a:srgbClr val="F0F8FF"/>
                </a:solidFill>
                <a:ea typeface="Quattrocento Sans"/>
                <a:sym typeface="Quattrocento Sans"/>
              </a:rPr>
              <a:t>sofisticação</a:t>
            </a:r>
            <a:r>
              <a:rPr lang="en-US" b="1" dirty="0">
                <a:solidFill>
                  <a:srgbClr val="F0F8FF"/>
                </a:solidFill>
                <a:ea typeface="Quattrocento Sans"/>
                <a:sym typeface="Quattrocento Sans"/>
              </a:rPr>
              <a:t> e </a:t>
            </a:r>
            <a:r>
              <a:rPr lang="en-US" b="1" err="1">
                <a:solidFill>
                  <a:srgbClr val="F0F8FF"/>
                </a:solidFill>
                <a:ea typeface="Quattrocento Sans"/>
                <a:sym typeface="Quattrocento Sans"/>
              </a:rPr>
              <a:t>criatividade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. O tom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roxo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intenso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(#3f1669)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não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é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apenas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uma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escolha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estética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, mas um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símbolo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b="0" i="0" u="none" strike="noStrike" cap="none" dirty="0">
                <a:solidFill>
                  <a:srgbClr val="F0F8FF"/>
                </a:solidFill>
                <a:ea typeface="Quattrocento Sans"/>
                <a:sym typeface="Quattrocento Sans"/>
              </a:rPr>
              <a:t>de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exclusividade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e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imaginação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. Ele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carrega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consigo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força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do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mistério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, 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elegância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da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realeza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e a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inspiração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artística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que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impulsiona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novas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 </a:t>
            </a:r>
            <a:r>
              <a:rPr lang="en-US" err="1">
                <a:solidFill>
                  <a:srgbClr val="F0F8FF"/>
                </a:solidFill>
                <a:ea typeface="Quattrocento Sans"/>
                <a:sym typeface="Quattrocento Sans"/>
              </a:rPr>
              <a:t>ideias</a:t>
            </a:r>
            <a:r>
              <a:rPr lang="en-US" dirty="0">
                <a:solidFill>
                  <a:srgbClr val="F0F8FF"/>
                </a:solidFill>
                <a:ea typeface="Quattrocento Sans"/>
                <a:sym typeface="Quattrocento Sans"/>
              </a:rPr>
              <a:t>.</a:t>
            </a:r>
            <a:endParaRPr lang="pt-BR"/>
          </a:p>
        </p:txBody>
      </p:sp>
      <p:sp>
        <p:nvSpPr>
          <p:cNvPr id="132" name="Google Shape;132;p16"/>
          <p:cNvSpPr txBox="1"/>
          <p:nvPr/>
        </p:nvSpPr>
        <p:spPr>
          <a:xfrm>
            <a:off x="2286446" y="5340548"/>
            <a:ext cx="761895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Inspiração</a:t>
            </a:r>
            <a:r>
              <a:rPr lang="en-US" sz="1800" b="1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contraste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entre o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frio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o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calor</a:t>
            </a:r>
            <a:r>
              <a:rPr lang="en-US" sz="1800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3038177" y="4149923"/>
            <a:ext cx="68624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(Background)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000476" y="4149923"/>
            <a:ext cx="38114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(Cards)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8101" y="4149923"/>
            <a:ext cx="56554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F1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(Destaque)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24726" y="4149923"/>
            <a:ext cx="5717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F1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(Contraste)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581025" y="1458515"/>
            <a:ext cx="534066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Estrutura HTML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226814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Semântica</a:t>
            </a:r>
            <a:r>
              <a:rPr lang="en-US" sz="1800" b="1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Uso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rigoroso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tags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 e  para SEO e </a:t>
            </a:r>
            <a:r>
              <a:rPr lang="en-US" sz="1800" b="0" i="0" u="none" strike="noStrike" cap="none" dirty="0" err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acessibilidade</a:t>
            </a:r>
            <a:r>
              <a:rPr lang="en-US" sz="1800" b="0" i="0" u="none" strike="noStrike" cap="none" dirty="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3189982"/>
            <a:ext cx="48006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Cards: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Utilização da tag  para cada item da galeria, representando conteúdo independente.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4477494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Organização: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Código indentado e separado por seções lógicas (Galeria, Contato).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8719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20903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49654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F486900E-C40F-2F0B-2532-9326731EE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861" y="148843"/>
            <a:ext cx="5348231" cy="2915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145" y="2114206"/>
            <a:ext cx="2596080" cy="14243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619875" y="581025"/>
            <a:ext cx="504063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Estilização CSS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905625" y="1390650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Flexbox: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Utilizado no .container-cards para alinhar os elementos de forma responsiva e fluida.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905625" y="2678162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 (:root):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Centralização das cores principais para facilitar a manutenção do tema.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905625" y="3965674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Imagens: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Uso de object-fit: cover para garantir que as fotos preencham os cards sem distorção.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905625" y="5253186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Interatividade: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Propriedades transition e transform para efeitos suaves ao passar o mouse.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1409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26972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398472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527223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B70D0B6-8998-519E-10C6-D2E82B52F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30" y="1411708"/>
            <a:ext cx="5444284" cy="26023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773608"/>
            <a:ext cx="5372100" cy="3621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773608"/>
            <a:ext cx="5372100" cy="36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4949294" y="4870995"/>
            <a:ext cx="2293411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Obrigado!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003899" y="5680620"/>
            <a:ext cx="2184201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Pixel&amp;Luz © 2026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3237" y="1059358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46759" y="1707058"/>
            <a:ext cx="504063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Versionamento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66775" y="2288083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versionado no GitHub, com estrutura de pastas organizada (Img, CSS, JS).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66775" y="3248025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github.com/Edsonsilva-RJ/TrabalhoFront-blog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4900" y="1059358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404610" y="1707058"/>
            <a:ext cx="504063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Referências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24625" y="2288083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MDN Web Docs: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Tags Semânticas.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24625" y="2882354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W3Schools: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Flexbox e Seletores.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24625" y="3476625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SENAI: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Material didático do curso.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24625" y="3920900"/>
            <a:ext cx="480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</a:t>
            </a:r>
            <a:r>
              <a:rPr lang="en-US" sz="1800" b="1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8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 base e auxilio nos coméntarios.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669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4469606" y="2145059"/>
            <a:ext cx="341527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1025" y="39280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1025" y="39280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525" y="3030145"/>
            <a:ext cx="1778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676400" y="3097559"/>
            <a:ext cx="99345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F46E5"/>
              </a:solidFill>
              <a:highlight>
                <a:srgbClr val="3F1669"/>
              </a:highlight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F0F8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676400" y="3541365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600" y="3063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954700" y="3030158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https://miro.medium.com/v2/resize:fit:1400/1*FH9sCB6C803wRVkiJgmoKg.png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861925" y="3371985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jakemccambley.medium.com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34</cp:revision>
  <dcterms:modified xsi:type="dcterms:W3CDTF">2026-02-12T23:32:36Z</dcterms:modified>
</cp:coreProperties>
</file>