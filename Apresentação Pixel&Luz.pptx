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4267" y="4250828"/>
            <a:ext cx="109656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1333" y="4250828"/>
            <a:ext cx="1255514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7347" y="4250828"/>
            <a:ext cx="1414313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2160" y="4250828"/>
            <a:ext cx="1117848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20508" y="4250828"/>
            <a:ext cx="1597223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375319" y="1332607"/>
            <a:ext cx="3441211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Pixel&amp;Luz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72991" y="2582167"/>
            <a:ext cx="38458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DC3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arte de capturar o invisível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683990" y="3850778"/>
            <a:ext cx="8823870" cy="190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587031" y="5079503"/>
            <a:ext cx="30177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Prático SENAI | Front-End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581025"/>
            <a:ext cx="52768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00" y="475654"/>
            <a:ext cx="534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O Tema: </a:t>
            </a:r>
            <a:r>
              <a:rPr b="1" lang="en-US" sz="3600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Artistas e Fotografia 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0988" y="1703108"/>
            <a:ext cx="534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Conceito &amp; Objetivo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2280154"/>
            <a:ext cx="5086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0F8FF"/>
                </a:solidFill>
                <a:highlight>
                  <a:srgbClr val="3F1669"/>
                </a:highlight>
              </a:rPr>
              <a:t>A Ideia:</a:t>
            </a:r>
            <a:r>
              <a:rPr lang="en-US" sz="1800">
                <a:solidFill>
                  <a:srgbClr val="F0F8FF"/>
                </a:solidFill>
                <a:highlight>
                  <a:srgbClr val="3F1669"/>
                </a:highlight>
              </a:rPr>
              <a:t> Um blog colaborativo que reúne portfólios de fotógrafos e artistas visuais com estilos distintos (Luz vs. Sombra).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00" y="3518775"/>
            <a:ext cx="50865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F0F8FF"/>
                </a:solidFill>
                <a:highlight>
                  <a:srgbClr val="3F1669"/>
                </a:highlight>
              </a:rPr>
              <a:t>O Problema:</a:t>
            </a:r>
            <a:r>
              <a:rPr lang="en-US" sz="1800">
                <a:solidFill>
                  <a:srgbClr val="F0F8FF"/>
                </a:solidFill>
                <a:highlight>
                  <a:srgbClr val="3F1669"/>
                </a:highlight>
              </a:rPr>
              <a:t> Redes sociais padronizadas limitam a expressão artística e dispersam a atenção do público.</a:t>
            </a:r>
            <a:endParaRPr sz="1800">
              <a:solidFill>
                <a:srgbClr val="F0F8FF"/>
              </a:solidFill>
              <a:highlight>
                <a:srgbClr val="3F1669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F0F8FF"/>
                </a:solidFill>
                <a:highlight>
                  <a:srgbClr val="3F1669"/>
                </a:highlight>
              </a:rPr>
              <a:t>A Solução:</a:t>
            </a:r>
            <a:r>
              <a:rPr lang="en-US" sz="1800">
                <a:solidFill>
                  <a:srgbClr val="F0F8FF"/>
                </a:solidFill>
                <a:highlight>
                  <a:srgbClr val="3F1669"/>
                </a:highlight>
              </a:rPr>
              <a:t> O </a:t>
            </a:r>
            <a:r>
              <a:rPr i="1" lang="en-US" sz="1800">
                <a:solidFill>
                  <a:srgbClr val="F0F8FF"/>
                </a:solidFill>
                <a:highlight>
                  <a:srgbClr val="3F1669"/>
                </a:highlight>
              </a:rPr>
              <a:t>Pixel&amp;Luz</a:t>
            </a:r>
            <a:r>
              <a:rPr lang="en-US" sz="1800">
                <a:solidFill>
                  <a:srgbClr val="F0F8FF"/>
                </a:solidFill>
                <a:highlight>
                  <a:srgbClr val="3F1669"/>
                </a:highlight>
              </a:rPr>
              <a:t> oferece um ambiente imersivo e sem distrações, focado puramente na estética do artista, valorizando seu trabalho através de galerias personalizadas.</a:t>
            </a:r>
            <a:endParaRPr sz="1800">
              <a:solidFill>
                <a:srgbClr val="F0F8FF"/>
              </a:solidFill>
              <a:highlight>
                <a:srgbClr val="3F1669"/>
              </a:highlight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0F8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3" name="Google Shape;103;p14" title="0918c7596598370928b47b1af12d5fb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615200"/>
            <a:ext cx="5155100" cy="56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4825" y="2469058"/>
            <a:ext cx="3486150" cy="389527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3068434" y="493662"/>
            <a:ext cx="60551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Funcionalidades do Site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973562" y="1531887"/>
            <a:ext cx="424472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o usuário pode fazer na aplicação?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6925" y="2754808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939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Navegação Visual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983533"/>
            <a:ext cx="291465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Exploração de galerias dedicadas a personagens específicos (Jacob, Bella, Edward) com cards interativos.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4550" y="2754808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5658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Modo Claro/Escuro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38675" y="3983533"/>
            <a:ext cx="291465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Funcionalidade em JavaScript que permite ao usuário alternar o tema, garantindo acessibilidade e conforto visual.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39300" y="2754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337708" y="3402508"/>
            <a:ext cx="306038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Interação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10575" y="3983533"/>
            <a:ext cx="29146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Formulário de contato validado e Modal de zoom nas imagens para visualização detalhada.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302198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3565214" y="923032"/>
            <a:ext cx="50615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Referências Visuais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286000" y="1961257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paleta de cores foi extraída diretamente do CSS do projeto para criar a atmosfera de "Pixel&amp;Luz".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286446" y="5340548"/>
            <a:ext cx="761895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Inspiração: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 contraste entre o frio (Vampiros/Noite) e o calor (Lobos/Sol).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038177" y="4149923"/>
            <a:ext cx="68624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(Background)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000476" y="4149923"/>
            <a:ext cx="38114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(Cards)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8101" y="4149923"/>
            <a:ext cx="56554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F1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(Destaque)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24726" y="4149923"/>
            <a:ext cx="5717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F1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(Contraste)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581025"/>
            <a:ext cx="52768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1458515"/>
            <a:ext cx="534066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Estrutura HTML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2268140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Semântica: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Uso rigoroso de tags como ,  e  para SEO e acessibilidade.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3189982"/>
            <a:ext cx="48006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Cards: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Utilização da tag  para cada item da galeria, representando conteúdo independente.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4477494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Organização: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Código indentado e separado por seções lógicas (Galeria, Contato).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719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0903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96544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81025"/>
            <a:ext cx="5276850" cy="5959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09600"/>
            <a:ext cx="5219700" cy="590252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619875" y="581025"/>
            <a:ext cx="504063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Estilização CSS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905625" y="1390650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Flexbox: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Utilizado no .container-cards para alinhar os elementos de forma responsiva e fluida.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905625" y="2678162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 (:root):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Centralização das cores principais para facilitar a manutenção do tema.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905625" y="3965674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Imagens: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Uso de object-fit: cover para garantir que as fotos preencham os cards sem distorção.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905625" y="5253186"/>
            <a:ext cx="45148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Interatividade: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Propriedades transition e transform para efeitos suaves ao passar o mouse.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1409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6972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398472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5272236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773608"/>
            <a:ext cx="5372100" cy="3621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773608"/>
            <a:ext cx="5372100" cy="36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4949294" y="4870995"/>
            <a:ext cx="229341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Obrigado!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003899" y="5680620"/>
            <a:ext cx="2184201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Pixel&amp;Luz © 2026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3237" y="1059358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46759" y="1707058"/>
            <a:ext cx="504063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Versionamento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66775" y="2288083"/>
            <a:ext cx="4800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versionado no GitHub, com estrutura de pastas organizada (Img, CSS, JS).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66775" y="3248025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github.com/Edsonsilva-RJ/TrabalhoFront-blog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4900" y="1059358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404610" y="1707058"/>
            <a:ext cx="504063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Referências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24625" y="2288083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MDN Web Docs: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Tags Semânticas.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24625" y="2882354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W3Schools: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Flexbox e Seletores.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24625" y="3476625"/>
            <a:ext cx="4800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SENAI: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Material didático do curso.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24625" y="3920900"/>
            <a:ext cx="48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</a:t>
            </a:r>
            <a:r>
              <a:rPr b="1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8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 base e auxilio nos coméntarios.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166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4469606" y="2145059"/>
            <a:ext cx="34152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1025" y="39280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1025" y="39280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525" y="3030145"/>
            <a:ext cx="1778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676400" y="3097559"/>
            <a:ext cx="9934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F46E5"/>
              </a:solidFill>
              <a:highlight>
                <a:srgbClr val="3F1669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F0F8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676400" y="3541365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600" y="3063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1954700" y="3030158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https://miro.medium.com/v2/resize:fit:1400/1*FH9sCB6C803wRVkiJgmoKg.png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861925" y="3371985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</a:t>
            </a:r>
            <a:r>
              <a:rPr b="0" i="0" lang="en-US" sz="1200" u="none" cap="none" strike="noStrike">
                <a:solidFill>
                  <a:srgbClr val="F0F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jakemccambley.medium.com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